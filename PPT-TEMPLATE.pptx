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3" r:id="rId3"/>
    <p:sldId id="284" r:id="rId4"/>
  </p:sldIdLst>
  <p:sldSz cx="18288000" cy="10287000"/>
  <p:notesSz cx="6858000" cy="9144000"/>
  <p:embeddedFontLst>
    <p:embeddedFont>
      <p:font typeface="Canva Sans Bold" panose="020B0604020202020204" charset="0"/>
      <p:regular r:id="rId5"/>
    </p:embeddedFont>
    <p:embeddedFont>
      <p:font typeface="Aileron" panose="020B0604020202020204" charset="0"/>
      <p:regular r:id="rId6"/>
    </p:embeddedFont>
    <p:embeddedFont>
      <p:font typeface="Open Sauce" panose="020B0604020202020204" charset="0"/>
      <p:regular r:id="rId7"/>
    </p:embeddedFont>
    <p:embeddedFont>
      <p:font typeface="Lato" panose="020B0604020202020204" charset="0"/>
      <p:regular r:id="rId8"/>
      <p:bold r:id="rId9"/>
      <p:italic r:id="rId10"/>
      <p:boldItalic r:id="rId11"/>
    </p:embeddedFont>
    <p:embeddedFont>
      <p:font typeface="Lato Bold" panose="020B0604020202020204" charset="0"/>
      <p:regular r:id="rId12"/>
    </p:embeddedFont>
    <p:embeddedFont>
      <p:font typeface="Open Sans Extra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Akzidenz-Grotesk Heavy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9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7763" y="260224"/>
            <a:ext cx="722102" cy="10026776"/>
            <a:chOff x="0" y="0"/>
            <a:chExt cx="248964" cy="1869420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48964" cy="1869420"/>
            </a:xfrm>
            <a:custGeom>
              <a:avLst/>
              <a:gdLst/>
              <a:ahLst/>
              <a:cxnLst/>
              <a:rect l="l" t="t" r="r" b="b"/>
              <a:pathLst>
                <a:path w="248964" h="1869420">
                  <a:moveTo>
                    <a:pt x="0" y="0"/>
                  </a:moveTo>
                  <a:lnTo>
                    <a:pt x="248964" y="0"/>
                  </a:lnTo>
                  <a:lnTo>
                    <a:pt x="248964" y="1869420"/>
                  </a:lnTo>
                  <a:lnTo>
                    <a:pt x="0" y="1869420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8964" cy="19265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103481" y="-437854"/>
            <a:ext cx="2477360" cy="2725964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47646" y="239709"/>
            <a:ext cx="1603319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MID  </a:t>
            </a: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SEMESTER </a:t>
            </a: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ASSESMENT </a:t>
            </a: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SEM-1-  2026-27</a:t>
            </a: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53840" y="1275561"/>
            <a:ext cx="1158115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EDI Project </a:t>
            </a:r>
            <a:r>
              <a:rPr lang="en-US" sz="2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 :-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85063" y="3510877"/>
            <a:ext cx="2904768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DIV :- CSE(AI)-B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16836" y="3510877"/>
            <a:ext cx="3027164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EDAI_GROUP</a:t>
            </a:r>
            <a:r>
              <a:rPr lang="en-US" sz="3200" dirty="0" smtClea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:-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431903" y="3510877"/>
            <a:ext cx="2661166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Day </a:t>
            </a:r>
            <a:r>
              <a:rPr lang="en-US" sz="3200" dirty="0" smtClea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836019" y="3510877"/>
            <a:ext cx="3483293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Date </a:t>
            </a:r>
            <a:r>
              <a:rPr lang="en-US" sz="3200" dirty="0" smtClea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33533" y="4863783"/>
            <a:ext cx="2756297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Presented by :-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06820" y="4863783"/>
            <a:ext cx="2847380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Project Guide :-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1850" y="6560198"/>
            <a:ext cx="16972012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DEPARTMENT OF COMPUTER </a:t>
            </a:r>
            <a:r>
              <a:rPr lang="en-US" sz="3366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SCIENCE </a:t>
            </a: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ENGINEERING (ARTIFICIAL INTELLIGENCE </a:t>
            </a:r>
            <a:r>
              <a:rPr lang="en-US" sz="3366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31829" y="7960717"/>
            <a:ext cx="11107370" cy="1137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VISHWAKARMA INSTITUTE OF </a:t>
            </a:r>
            <a:r>
              <a:rPr lang="en-US" sz="35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TECHNOLOGY,PUNE</a:t>
            </a:r>
            <a:endParaRPr lang="en-US" sz="3500" b="1" dirty="0">
              <a:solidFill>
                <a:srgbClr val="000000"/>
              </a:solidFill>
              <a:latin typeface="Times New Roman" panose="02020603050405020304" pitchFamily="18" charset="0"/>
              <a:ea typeface="Lato Bold"/>
              <a:cs typeface="Times New Roman" panose="02020603050405020304" pitchFamily="18" charset="0"/>
              <a:sym typeface="Lato Bold"/>
            </a:endParaRPr>
          </a:p>
        </p:txBody>
      </p:sp>
      <p:sp>
        <p:nvSpPr>
          <p:cNvPr id="28" name="AutoShape 10"/>
          <p:cNvSpPr/>
          <p:nvPr/>
        </p:nvSpPr>
        <p:spPr>
          <a:xfrm flipV="1">
            <a:off x="839865" y="9835406"/>
            <a:ext cx="15414335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Freeform 18"/>
          <p:cNvSpPr/>
          <p:nvPr/>
        </p:nvSpPr>
        <p:spPr>
          <a:xfrm>
            <a:off x="16376664" y="9462451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</p:sp>
      <p:sp>
        <p:nvSpPr>
          <p:cNvPr id="30" name="AutoShape 11"/>
          <p:cNvSpPr/>
          <p:nvPr/>
        </p:nvSpPr>
        <p:spPr>
          <a:xfrm flipH="1">
            <a:off x="17295866" y="2965673"/>
            <a:ext cx="23446" cy="6330281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16"/>
          <p:cNvSpPr/>
          <p:nvPr/>
        </p:nvSpPr>
        <p:spPr>
          <a:xfrm>
            <a:off x="1547646" y="727022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</a:pPr>
            <a:r>
              <a:rPr lang="en-US" sz="600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Overview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</p:sp>
      <p:sp>
        <p:nvSpPr>
          <p:cNvPr id="12" name="Rectangle 11"/>
          <p:cNvSpPr/>
          <p:nvPr/>
        </p:nvSpPr>
        <p:spPr>
          <a:xfrm>
            <a:off x="4572000" y="2211928"/>
            <a:ext cx="9144000" cy="52860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Introduction</a:t>
            </a: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</a:t>
            </a: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otivation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Literature Survey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Research Gap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Objective 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Design- System Architecture</a:t>
            </a: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Tech Stack</a:t>
            </a: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References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Conclusion</a:t>
            </a:r>
          </a:p>
        </p:txBody>
      </p:sp>
      <p:sp>
        <p:nvSpPr>
          <p:cNvPr id="15" name="Freeform 10"/>
          <p:cNvSpPr/>
          <p:nvPr/>
        </p:nvSpPr>
        <p:spPr>
          <a:xfrm>
            <a:off x="14964051" y="1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</p:spTree>
    <p:extLst>
      <p:ext uri="{BB962C8B-B14F-4D97-AF65-F5344CB8AC3E}">
        <p14:creationId xmlns:p14="http://schemas.microsoft.com/office/powerpoint/2010/main" val="247223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04800" y="9944100"/>
            <a:ext cx="15392400" cy="7620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0"/>
          <p:cNvSpPr/>
          <p:nvPr/>
        </p:nvSpPr>
        <p:spPr>
          <a:xfrm>
            <a:off x="14964051" y="1"/>
            <a:ext cx="2477360" cy="1333499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  <p:grpSp>
        <p:nvGrpSpPr>
          <p:cNvPr id="20" name="Group 3"/>
          <p:cNvGrpSpPr/>
          <p:nvPr/>
        </p:nvGrpSpPr>
        <p:grpSpPr>
          <a:xfrm>
            <a:off x="0" y="769076"/>
            <a:ext cx="685802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21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22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369695" y="0"/>
            <a:ext cx="5253362" cy="8769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673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Literature Survey</a:t>
            </a:r>
            <a:endParaRPr lang="en-US" sz="48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7255246C-0B60-7E90-B4BC-E71B3A8BD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556775"/>
              </p:ext>
            </p:extLst>
          </p:nvPr>
        </p:nvGraphicFramePr>
        <p:xfrm>
          <a:off x="1028700" y="1771443"/>
          <a:ext cx="16412711" cy="7590669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3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634">
                  <a:extLst>
                    <a:ext uri="{9D8B030D-6E8A-4147-A177-3AD203B41FA5}">
                      <a16:colId xmlns:a16="http://schemas.microsoft.com/office/drawing/2014/main" val="3670930075"/>
                    </a:ext>
                  </a:extLst>
                </a:gridCol>
                <a:gridCol w="2850360">
                  <a:extLst>
                    <a:ext uri="{9D8B030D-6E8A-4147-A177-3AD203B41FA5}">
                      <a16:colId xmlns:a16="http://schemas.microsoft.com/office/drawing/2014/main" val="1292415790"/>
                    </a:ext>
                  </a:extLst>
                </a:gridCol>
                <a:gridCol w="2945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276">
                  <a:extLst>
                    <a:ext uri="{9D8B030D-6E8A-4147-A177-3AD203B41FA5}">
                      <a16:colId xmlns:a16="http://schemas.microsoft.com/office/drawing/2014/main" val="702408066"/>
                    </a:ext>
                  </a:extLst>
                </a:gridCol>
                <a:gridCol w="2103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 err="1">
                          <a:solidFill>
                            <a:srgbClr val="002060"/>
                          </a:solidFill>
                        </a:rPr>
                        <a:t>Sr.No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Author &amp; Year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Title of Paper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Publisher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Techniques used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 smtClean="0">
                          <a:solidFill>
                            <a:srgbClr val="002060"/>
                          </a:solidFill>
                        </a:rPr>
                        <a:t>Findings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Research gap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200" b="0" strike="noStrike" spc="-1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IN" sz="2200" b="0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16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200" b="0" strike="noStrike" spc="-1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IN" sz="2200" b="0" strike="noStrike" spc="-1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AutoShape 16"/>
          <p:cNvSpPr/>
          <p:nvPr/>
        </p:nvSpPr>
        <p:spPr>
          <a:xfrm>
            <a:off x="819362" y="571500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03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71</Words>
  <Application>Microsoft Office PowerPoint</Application>
  <PresentationFormat>Custom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Canva Sans Bold</vt:lpstr>
      <vt:lpstr>Aileron</vt:lpstr>
      <vt:lpstr>Open Sauce</vt:lpstr>
      <vt:lpstr>Times New Roman</vt:lpstr>
      <vt:lpstr>Lato</vt:lpstr>
      <vt:lpstr>Lato Bold</vt:lpstr>
      <vt:lpstr>Open Sans Extra Bold</vt:lpstr>
      <vt:lpstr>Calibri</vt:lpstr>
      <vt:lpstr>Arial</vt:lpstr>
      <vt:lpstr>Akzidenz-Grotesk Heavy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Admin</dc:creator>
  <cp:lastModifiedBy>Admin</cp:lastModifiedBy>
  <cp:revision>25</cp:revision>
  <dcterms:created xsi:type="dcterms:W3CDTF">2006-08-16T00:00:00Z</dcterms:created>
  <dcterms:modified xsi:type="dcterms:W3CDTF">2026-09-09T03:59:39Z</dcterms:modified>
  <dc:identifier>DAGOaE9SXNE</dc:identifier>
</cp:coreProperties>
</file>